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Hospital Knowledge Assistant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document set for RAG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Departments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Emergency — Ground Floor</a:t>
            </a:r>
          </a:p>
          <a:p>
            <a:r>
              <a:t>Outpatient — First Floor</a:t>
            </a:r>
          </a:p>
          <a:p>
            <a:r>
              <a:t>Laboratory — Ground Floor</a:t>
            </a:r>
          </a:p>
          <a:p>
            <a:r>
              <a:t>Radiology — First Floor</a:t>
            </a:r>
          </a:p>
          <a:p>
            <a:r>
              <a:t>Pharmacy — Ground Floor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Notice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content in this demonstration deck is synthetic. It is not a real hospital protocol and is not medical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